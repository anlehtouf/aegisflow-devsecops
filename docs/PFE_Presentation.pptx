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4572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D'ETUDES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Implementation of a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DevSecOps CI/CD Pipeline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Automated Vulnerability Scanning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Anas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[To be filled]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 [To be filled]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2025 - 2026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&amp; Problem Statement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Objectives &amp; Methodology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Architecture &amp; Design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Pipeline Implementation (17 Stages)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Vulnerability Detection &amp; Remediation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Results &amp; Metrics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Supply Chain Security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Observability &amp; Monitoring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Compliance Mapping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Demo: Red Pipeline vs Green Pipeline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Conclusion &amp; Future Work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858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supply chain attacks increased 742% (2019-2022) - Sonatype Report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37% of organizations have integrated security in CI/CD (SANS 2023)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fixing a vulnerability: 6.5x more in production vs development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code reviews miss ~60% of vulnerabilities (NIST)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1371600"/>
            <a:ext cx="3931920" cy="3200400"/>
          </a:xfrm>
          <a:prstGeom prst="rect">
            <a:avLst>
              <a:gd name="adj" fmla="val 4286"/>
            </a:avLst>
          </a:prstGeom>
          <a:solidFill>
            <a:srgbClr val="F2F6FC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21031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automatically catch vulnerabilities across secrets, code, dependencies, and containers before production?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 (2020), Log4Shell (2021), Codecov breach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must be embedded, not bolted on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DevSecOps: Shift-Left Security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17-stage CI/CD pipeline with 2 security gates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8 open-source security tools (SAST, SCA, secrets, container, DAST)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15 intentional vulnerabilities across 6 categories and detect all of them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measurable improvement: 16 CRITICAL + 391 HIGH to near-zero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supply chain security: SBOM (Syft) + keyless signing (Cosign)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pipeline controls to OWASP SAMM, NIST SSDF, and ISO 27001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observability layer with Prometheus + Grafana dashboards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Science Research (DSR)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200400" cy="594360"/>
          </a:xfrm>
          <a:prstGeom prst="rect">
            <a:avLst>
              <a:gd name="adj" fmla="val 12308"/>
            </a:avLst>
          </a:prstGeom>
          <a:solidFill>
            <a:srgbClr val="2B57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Identification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463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gaps in CI/CD pipelines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200400" cy="594360"/>
          </a:xfrm>
          <a:prstGeom prst="rect">
            <a:avLst>
              <a:gd name="adj" fmla="val 12308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Objectives Definition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240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stages, 8 tools, measurable improvement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200400" cy="594360"/>
          </a:xfrm>
          <a:prstGeom prst="rect">
            <a:avLst>
              <a:gd name="adj" fmla="val 12308"/>
            </a:avLst>
          </a:prstGeom>
          <a:solidFill>
            <a:srgbClr val="2B57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Design &amp; Development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30175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architecture, tool selection, integration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200400" cy="594360"/>
          </a:xfrm>
          <a:prstGeom prst="rect">
            <a:avLst>
              <a:gd name="adj" fmla="val 12308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Demonstration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7947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vulnerabilities planted and detected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3200400" cy="594360"/>
          </a:xfrm>
          <a:prstGeom prst="rect">
            <a:avLst>
              <a:gd name="adj" fmla="val 12308"/>
            </a:avLst>
          </a:prstGeom>
          <a:solidFill>
            <a:srgbClr val="2B57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72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Evaluation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45720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metrics, compliance mapping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3200400" cy="594360"/>
          </a:xfrm>
          <a:prstGeom prst="rect">
            <a:avLst>
              <a:gd name="adj" fmla="val 12308"/>
            </a:avLst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349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Communication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5349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and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20 + Express 4.21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RESTful API, JWT Auth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18 + Vite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management SPA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16 + Prisma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Type-safe 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orchestration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rule + standard rulesets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Gitleaks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Regex + entropy detection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Trivy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CVE scanning (deps + images)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SonarCloud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gate + code smells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Conftest / OPA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Rego-based Dockerfile checks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SBOM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Syft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SPDX component inventory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Cosign (Sigstore)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Keyless OIDC signing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+ Grafana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+ dashboards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Stages, 2 Security Gates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00" cy="4572000"/>
          </a:xfrm>
          <a:prstGeom prst="rect">
            <a:avLst>
              <a:gd name="adj" fmla="val 2000"/>
            </a:avLst>
          </a:prstGeom>
          <a:solidFill>
            <a:srgbClr val="FFF3E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 Source &amp;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Install Dependencies + Cache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ESLint (Backend + Frontend)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Jest Tests (20 unit + 14 integration)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Vitest Tests (5 frontend)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Gitleaks (Secret Detection)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Semgrep (SAST - 5 custom rules)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SonarCloud (Quality Gate)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Trivy Filesystem (Dependency CVEs)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SECURITY GATE 1 DECISION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4572000"/>
          </a:xfrm>
          <a:prstGeom prst="rect">
            <a:avLst>
              <a:gd name="adj" fmla="val 2000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2: Container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Docker Build (Buildx + cache)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Hadolint (Dockerfile lint)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Trivy Image Scan (CVEs)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Syft SBOM (SPDX format)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Conftest (7 Rego policies)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SECURITY GATE 2 DECISION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Cosign Sign + Push to GHCR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Pipeline Summary + Metrics Push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Matrix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Intentional Vulnerabilities Across 6 Categories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2743200"/>
                <a:gridCol w="2926080"/>
                <a:gridCol w="2286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Hardcoded API key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logger.js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Gitleaks, 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Hardcoded JWT secret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Gitleaks, 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injection (raw query)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incidentService.js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dangerouslySetInnerHTML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IncidentDetail.jsx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lodash@4.17.20 (CVEs)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package.json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Trivy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EOL base image (node:16)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Trivy image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USER (runs as root)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HEALTHCHECK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Debug mode enabled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helmet headers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ZAP (DAST)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rate limit on 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authRoutes.js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password policy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authController.js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 in log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authService.js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CORS wildcard (*)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Express version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package.json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Trivy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Remediation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577840" cy="4754880"/>
          </a:xfrm>
          <a:prstGeom prst="rect">
            <a:avLst>
              <a:gd name="adj" fmla="val 1923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(Vulnerable)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V2 - Hardcoded JWT Secret: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JWT_SECRET = 'mysecret123';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V3 - SQL Injection: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prisma.$queryRawUnsafe(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`SELECT * WHERE title LIKE '%${search}%'`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V6/V7/V8 - Dockerfile: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USER, no HEALTHCHECK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900MB, 16 CRIT + 385 HIGH CVEs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577840" cy="4754880"/>
          </a:xfrm>
          <a:prstGeom prst="rect">
            <a:avLst>
              <a:gd name="adj" fmla="val 1923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2801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(Hardened)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V2 - Environment Variable: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jwt.verify(token, process.env.JWT_SECRET);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V3 - Parameterized Query: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prisma.incident.findMany({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title: { contains: search } 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V6/V7/V8 - Hardened Dockerfile: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...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180MB, 0 CRIT, ~5 HIGH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Results: Red vs Green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577840" cy="4572000"/>
          </a:xfrm>
          <a:prstGeom prst="rect">
            <a:avLst>
              <a:gd name="adj" fmla="val 2000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BASELINE (Vulnerable)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Gitleaks: 3 secrets detected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Semgrep: 6 findings (1 ERROR + 5 WARNING)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Trivy: 2 HIGH CVEs (lodash)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 BLOCKED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Container: 16 CRITICAL + 385 HIGH CVEs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Policy: 2 violations (no USER, no HEALTHCHECK)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verdict: FAILED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577840" cy="4572000"/>
          </a:xfrm>
          <a:prstGeom prst="rect">
            <a:avLst>
              <a:gd name="adj" fmla="val 2000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280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HARDENED (Fixed)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Gitleaks: 0 secrets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Semgrep: 0 findings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Trivy: 0 HIGH CVEs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 PASSED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Container: 0 CRITICAL, ~5 HIGH CVEs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Policy: 0 violations, 7/7 pass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verdict: 17/17 APPROVED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Metrics: Before vs After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56032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(Vulnerable)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(Hardened)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Hardcoded secrets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 findings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 HIGH CVEs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CRITICAL CVEs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HIGH CVEs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-98.7%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violations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size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~900 MB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~180 MB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verdict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pass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Security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474720" cy="4114800"/>
          </a:xfrm>
          <a:prstGeom prst="rect">
            <a:avLst>
              <a:gd name="adj" fmla="val 2632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(Syft)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SPDX JSON format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component inventory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every package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CVE tracking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3840480" cy="4114800"/>
          </a:xfrm>
          <a:prstGeom prst="rect">
            <a:avLst>
              <a:gd name="adj" fmla="val 2381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Cosign Keyless Signing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OIDC identity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private key to manage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Fulcio CA short-lived cert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Rekor transparency log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1280160"/>
            <a:ext cx="3474720" cy="4114800"/>
          </a:xfrm>
          <a:prstGeom prst="rect">
            <a:avLst>
              <a:gd name="adj" fmla="val 2632"/>
            </a:avLst>
          </a:prstGeom>
          <a:solidFill>
            <a:srgbClr val="F2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 Publication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19202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Container Registry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+ branch tags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and verified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57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ghcr.io/anlehtouf/pfe-securetrack-devsecops/securetrack-backend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Monitoring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577840" cy="4572000"/>
          </a:xfrm>
          <a:prstGeom prst="rect">
            <a:avLst>
              <a:gd name="adj" fmla="val 2000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Alerting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CI pipeline metrics pushed via Pushgateway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scrape targets (self, pushgateway, backend)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alerting rules in 2 groups: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Security: build failed, secrets found, SAST findings, CVEs, low coverage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Application: high error rate (&gt;5%), high latency (&gt;2s p95)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metric retention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577840" cy="4572000"/>
          </a:xfrm>
          <a:prstGeom prst="rect">
            <a:avLst>
              <a:gd name="adj" fmla="val 2000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280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Metrics Dashboard (7 panels):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Build status, secrets count, SAST findings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Image CVEs, test coverage, pipeline duration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Findings trend over time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Performance Dashboard (8 panels):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Request rate, p50/p95/p99 latency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Error rate gauge, per-route breakdown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Mapping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5303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 Addressed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Mapping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 SAMM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Testing (ST1-ST3)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Build (SB1-SB2)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Management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Semgrep, Trivy, ZAP, Gitleaks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Actions, npm ci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1 + Gate 2 blocking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NIST SSDF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(SP 800-218)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PW.7 Review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PW.8 Test 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PW.9 Configure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PS.1 Protect, PS.2 SBOM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 SAST + SonarCloud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Jest + Vitest (39 tests)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 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Cosign signing, Syft SBOM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27001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Annex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A.14.2.1 Dev security policy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A.14.2.5 Secure engineering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A.14.2.8 System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A.12.6.1 Vulnerability mgmt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Pipeline-as-code in VCS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Gate-based approval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 automated tests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Trivy + Gitleaks + Semgrep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Hardening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image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node:16 (Debian 10, EOL)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node:20-alpine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(default)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appuser (non-root)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check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wget against /api/health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install (all deps)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ci --omit=dev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size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~900 MB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~180 MB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CVEs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CVEs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5486400"/>
            <a:ext cx="10332720" cy="640080"/>
          </a:xfrm>
          <a:prstGeom prst="rect">
            <a:avLst>
              <a:gd name="adj" fmla="val 11429"/>
            </a:avLst>
          </a:prstGeom>
          <a:solidFill>
            <a:srgbClr val="F2F6FC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4864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OPA/Rego policies enforced via Conftest: no root, require USER, require HEALTHCHECK, no :latest, minimal base, COPY over ADD, no .env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Pipeline -&gt; Fix -&gt; Green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Show GitHub repository overview (95 files, branch protection)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 RED pipeline run (commit 43d5acd on develop)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Walk through each failing scanner job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Show Security Gate 1 BLOCKING deployment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Open PR #1: Files Changed tab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Highlight key fixes: secrets removed, SQL injection fixed, Dockerfile hardened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Open GREEN pipeline run (17/17 on main)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Both gates pass, image built, scanned, signed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Show Cosign signature verification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Show Grafana dashboards (if Docker running) or JSON configs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577840" cy="4114800"/>
          </a:xfrm>
          <a:prstGeom prst="rect">
            <a:avLst>
              <a:gd name="adj" fmla="val 2222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SonarCloud Automatic Analysis conflicts with CI-triggered scans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 tag format mismatch (short vs full SHA)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Hadolint vs Conftest boundary: complementary, not competing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fix iterations needed before consistent green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577840" cy="4114800"/>
          </a:xfrm>
          <a:prstGeom prst="rect">
            <a:avLst>
              <a:gd name="adj" fmla="val 2222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280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rules &gt;&gt; default configs for targeted detection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tools are composable, not competing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debugging is a skill in itself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tuning is essential - expect multiple fix rounds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Deployment: ArgoCD GitOps with admission controllers enforcing signed images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Security: Falco for container behavior monitoring in production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in Staging: OWASP ZAP baseline scan against running application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Automation: Renovate/Dependabot for automated updates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Multi-Service Pipeline: Shared templates, matrix builds, cross-service tests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SLSA Level 3: Hermetic builds + provenance attestation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SecureTrack DevSecOps | PFE 2025-2026 | Anas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17-stage pipeline with 2 security gates, 8 open-source tools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 vulnerabilities detected and remediated (6 categories)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reduction in critical findings (16 CRIT + 391 HIGH to near-zero)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supply chain security: SBOM + keyless signing + verified image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OWASP SAMM, NIST SSDF, and ISO 27001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Prometheus metrics + Grafana dashboards + 9 alert rules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cost: entirely built on open-source tools and free tiers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5029200"/>
            <a:ext cx="8503920" cy="1097280"/>
          </a:xfrm>
          <a:prstGeom prst="rect">
            <a:avLst>
              <a:gd name="adj" fmla="val 12500"/>
            </a:avLst>
          </a:prstGeom>
          <a:solidFill>
            <a:srgbClr val="F2F6FC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51206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DevSecOps is achievable with open-source tools.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must be automated, measurable, and embedded in the pipeline.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4846320" cy="36576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Anas | PFE 2025-2026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https://github.com/anlehtouf/pfe-securetrack-devsecops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a Secure DevSecOps CI/CD Pipeline</dc:title>
  <dc:subject>PFE Presentation</dc:subject>
  <dc:creator>Anas</dc:creator>
  <cp:lastModifiedBy>Anas</cp:lastModifiedBy>
  <cp:revision>1</cp:revision>
  <dcterms:created xsi:type="dcterms:W3CDTF">2026-04-11T22:08:55Z</dcterms:created>
  <dcterms:modified xsi:type="dcterms:W3CDTF">2026-04-11T22:08:55Z</dcterms:modified>
</cp:coreProperties>
</file>